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スーパーのレシートのような購買データを使って、物価が毎日どう動いているかを測るしくみを作りました。さらに、そのデータに日本語で質問すると答えが返ってくるAIアシスタントもつけています。画面は実際に動いているものです。データは英国の小売2年分、約104万件の公開データを使い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応募の前に御社の事業を調べました。ナウキャストさんは、JCBのカードデータや日経のPOSデータから消費や物価の指標をつくる事業と、企業のデータ活用を生成AIで支援する事業の2つをされています。その2つを、公開データを使って自分で小さく作ってみたのが今回のも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btやクラウド前提のデータ基盤、生成AIの組み込みは今回がはじめてで、調べながら進めました。一番苦労したのは、AIが出してくる数字が正しいかどうか分からないことです。そこで、回答に出てくる数字を元データと自動で突き合わせて、確認できたものには印をつけるようにしました。インターンでは、実際のデータで手を動かしながら、こうした地道な確認も含めて最後までやり切りたい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4E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AEB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つくったもの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72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購買データ</a:t>
            </a:r>
            <a:pPr indent="0" marL="0">
              <a:lnSpc>
                <a:spcPts val="4400"/>
              </a:lnSpc>
              <a:buNone/>
            </a:pPr>
            <a:r>
              <a:rPr lang="en-US" sz="3000" dirty="0">
                <a:solidFill>
                  <a:srgbClr val="DCE2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から物価の動きを毎日測り、</a:t>
            </a:r>
            <a:endParaRPr lang="en-US" sz="3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000" dirty="0">
                <a:solidFill>
                  <a:srgbClr val="DCE2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そのデータに</a:t>
            </a:r>
            <a:pPr indent="0" marL="0">
              <a:lnSpc>
                <a:spcPts val="44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日本語で質問できる</a:t>
            </a:r>
            <a:pPr indent="0" marL="0">
              <a:lnSpc>
                <a:spcPts val="4400"/>
              </a:lnSpc>
              <a:buNone/>
            </a:pPr>
            <a:r>
              <a:rPr lang="en-US" sz="3000" dirty="0">
                <a:solidFill>
                  <a:srgbClr val="DCE2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しくみ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3383280" cy="1325880"/>
          </a:xfrm>
          <a:prstGeom prst="roundRect">
            <a:avLst>
              <a:gd name="adj" fmla="val 8276"/>
            </a:avLst>
          </a:prstGeom>
          <a:solidFill>
            <a:srgbClr val="55617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670048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104万件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918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2年分の購買データを処理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2514600"/>
            <a:ext cx="3383280" cy="1325880"/>
          </a:xfrm>
          <a:prstGeom prst="roundRect">
            <a:avLst>
              <a:gd name="adj" fmla="val 8276"/>
            </a:avLst>
          </a:prstGeom>
          <a:solidFill>
            <a:srgbClr val="55617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7720" y="2670048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+4.7%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32918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2年間の物価上昇を算出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2514600"/>
            <a:ext cx="3383280" cy="1325880"/>
          </a:xfrm>
          <a:prstGeom prst="roundRect">
            <a:avLst>
              <a:gd name="adj" fmla="val 8276"/>
            </a:avLst>
          </a:prstGeom>
          <a:solidFill>
            <a:srgbClr val="55617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21040" y="2670048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20/20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32918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AIへの質問に正しく回答</a:t>
            </a:r>
            <a:endParaRPr lang="en-US" sz="1200" dirty="0"/>
          </a:p>
        </p:txBody>
      </p:sp>
      <p:pic>
        <p:nvPicPr>
          <p:cNvPr id="13" name="Image 0" descr="/Users/huangbaoxi/Code/mini-nowcast/docs/deck-asset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14800"/>
            <a:ext cx="10881360" cy="192938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Python / SQL / DuckDB / dbt / Streamlit / 生成AI（LLM）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3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なぜ、これをつくったか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C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御社の2つの事業を、自分の手で小さく体験してみたいと思ったのがきっかけです。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783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C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ナウキャスト様の事業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675120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今回つくったもの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578608"/>
            <a:ext cx="310896" cy="310896"/>
          </a:xfrm>
          <a:prstGeom prst="ellipse">
            <a:avLst/>
          </a:prstGeom>
          <a:solidFill>
            <a:srgbClr val="434E6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578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34440" y="2194560"/>
            <a:ext cx="4206240" cy="1508760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2423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4E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JCB消費NOW・日経CPINow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85292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C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購買データから経済指標をつくる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15000" y="2770632"/>
            <a:ext cx="713232" cy="365760"/>
          </a:xfrm>
          <a:prstGeom prst="rightArrow">
            <a:avLst/>
          </a:prstGeom>
          <a:solidFill>
            <a:srgbClr val="DCE2E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0" y="2194560"/>
            <a:ext cx="4846320" cy="1508760"/>
          </a:xfrm>
          <a:prstGeom prst="roundRect">
            <a:avLst>
              <a:gd name="adj" fmla="val 6061"/>
            </a:avLst>
          </a:prstGeom>
          <a:solidFill>
            <a:srgbClr val="434E6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03720" y="2423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公開データで同じ仕組みを小さく再現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85292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2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英国の小売2年分から、日次・月次の物価指数を算出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453128"/>
            <a:ext cx="310896" cy="310896"/>
          </a:xfrm>
          <a:prstGeom prst="ellipse">
            <a:avLst/>
          </a:prstGeom>
          <a:solidFill>
            <a:srgbClr val="434E6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453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234440" y="4069080"/>
            <a:ext cx="4206240" cy="1508760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463040" y="4297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4E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 × 生成AI のソリューション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72744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C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企業のデータ活用を支援する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715000" y="4645152"/>
            <a:ext cx="713232" cy="365760"/>
          </a:xfrm>
          <a:prstGeom prst="rightArrow">
            <a:avLst/>
          </a:prstGeom>
          <a:solidFill>
            <a:srgbClr val="DCE2EA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0" y="4069080"/>
            <a:ext cx="4846320" cy="1508760"/>
          </a:xfrm>
          <a:prstGeom prst="roundRect">
            <a:avLst>
              <a:gd name="adj" fmla="val 6061"/>
            </a:avLst>
          </a:prstGeom>
          <a:solidFill>
            <a:srgbClr val="434E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03720" y="4297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データに日本語で質問できるAIを実装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472744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2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 → 自動でデータを検索 → 根拠つきで回答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6080760"/>
            <a:ext cx="10287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6C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御社の事業内容は、採用ページと各サービスのサイトを読んで整理しました。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3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つくりながら学んだこと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C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今回はじめて使った技術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72768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dbt（データ加工を自動化する仕組み）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クラウド前提のデータ基盤の作り方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3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生成AIをサービスに組み込む方法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5257800" cy="2880360"/>
          </a:xfrm>
          <a:prstGeom prst="roundRect">
            <a:avLst>
              <a:gd name="adj" fmla="val 3175"/>
            </a:avLst>
          </a:prstGeom>
          <a:solidFill>
            <a:srgbClr val="F2F4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971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683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一番苦労したこと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273552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32A3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AIが出した数字が正しいか分からない。
</a:t>
            </a:r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636C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回答に出てくる数字を、元データと自動で突き合わせて確認する仕組みをつくりました。AIは間違えることがあるので、人が最後に確認できる形にしています。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23444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C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確認できた数字には ✅ がつきます</a:t>
            </a:r>
            <a:endParaRPr lang="en-US" sz="1300" dirty="0"/>
          </a:p>
        </p:txBody>
      </p:sp>
      <p:pic>
        <p:nvPicPr>
          <p:cNvPr id="9" name="Image 0" descr="/Users/huangbaoxi/Code/mini-nowcast/docs/deck-assets/assist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572768"/>
            <a:ext cx="5166360" cy="10972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355080" y="3017520"/>
            <a:ext cx="5166360" cy="2651760"/>
          </a:xfrm>
          <a:prstGeom prst="roundRect">
            <a:avLst>
              <a:gd name="adj" fmla="val 3448"/>
            </a:avLst>
          </a:prstGeom>
          <a:solidFill>
            <a:srgbClr val="434E6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611112" y="32735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B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インターンでやりたいこと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611112" y="370332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実データを使って、Python・SQL・生成AIで手を動かしたいです。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地道な確認作業も含めて、最後までやり切ることを大事にしています。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9893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C7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github.com/Calista0429/mini-nowcast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Nowcast</dc:title>
  <dc:subject>PptxGenJS Presentation</dc:subject>
  <dc:creator>Mini Nowcast</dc:creator>
  <cp:lastModifiedBy>Mini Nowcast</cp:lastModifiedBy>
  <cp:revision>1</cp:revision>
  <dcterms:created xsi:type="dcterms:W3CDTF">2026-09-23T08:38:52Z</dcterms:created>
  <dcterms:modified xsi:type="dcterms:W3CDTF">2026-09-23T08:38:52Z</dcterms:modified>
</cp:coreProperties>
</file>